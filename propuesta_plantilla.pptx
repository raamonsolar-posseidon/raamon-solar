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Archivo Black" charset="1" panose="020B0A03020202020B04"/>
      <p:regular r:id="rId28"/>
    </p:embeddedFont>
    <p:embeddedFont>
      <p:font typeface="Canva Sans" charset="1" panose="020B0503030501040103"/>
      <p:regular r:id="rId29"/>
    </p:embeddedFont>
    <p:embeddedFont>
      <p:font typeface="Norwester" charset="1" panose="00000506000000000000"/>
      <p:regular r:id="rId30"/>
    </p:embeddedFont>
    <p:embeddedFont>
      <p:font typeface="Aileron" charset="1" panose="00000500000000000000"/>
      <p:regular r:id="rId31"/>
    </p:embeddedFont>
    <p:embeddedFont>
      <p:font typeface="Open Sans" charset="1" panose="00000000000000000000"/>
      <p:regular r:id="rId32"/>
    </p:embeddedFont>
    <p:embeddedFont>
      <p:font typeface="Open Sauce" charset="1" panose="00000500000000000000"/>
      <p:regular r:id="rId33"/>
    </p:embeddedFont>
    <p:embeddedFont>
      <p:font typeface="Open Sauce Bold" charset="1" panose="000008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7.png" Type="http://schemas.openxmlformats.org/officeDocument/2006/relationships/image"/><Relationship Id="rId12" Target="../media/image17.jpeg" Type="http://schemas.openxmlformats.org/officeDocument/2006/relationships/image"/><Relationship Id="rId13" Target="../media/image18.jpe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21.svg" Type="http://schemas.openxmlformats.org/officeDocument/2006/relationships/image"/><Relationship Id="rId2" Target="../media/image6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svg" Type="http://schemas.openxmlformats.org/officeDocument/2006/relationships/image"/><Relationship Id="rId6" Target="../media/image12.svg" Type="http://schemas.openxmlformats.org/officeDocument/2006/relationships/image"/><Relationship Id="rId7" Target="../media/image13.sv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5.jpeg" Type="http://schemas.openxmlformats.org/officeDocument/2006/relationships/image"/><Relationship Id="rId4" Target="../media/image2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jpe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1.png" Type="http://schemas.openxmlformats.org/officeDocument/2006/relationships/image"/><Relationship Id="rId4" Target="../media/image29.jpe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jpeg" Type="http://schemas.openxmlformats.org/officeDocument/2006/relationships/image"/><Relationship Id="rId4" Target="../media/image2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jpeg" Type="http://schemas.openxmlformats.org/officeDocument/2006/relationships/image"/><Relationship Id="rId4" Target="../media/image2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7.jpeg" Type="http://schemas.openxmlformats.org/officeDocument/2006/relationships/image"/><Relationship Id="rId4" Target="../media/image38.jpeg" Type="http://schemas.openxmlformats.org/officeDocument/2006/relationships/image"/><Relationship Id="rId5" Target="../media/image7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39.png" Type="http://schemas.openxmlformats.org/officeDocument/2006/relationships/image"/><Relationship Id="rId5" Target="../media/image4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9.png" Type="http://schemas.openxmlformats.org/officeDocument/2006/relationships/image"/><Relationship Id="rId4" Target="../media/image46.png" Type="http://schemas.openxmlformats.org/officeDocument/2006/relationships/image"/><Relationship Id="rId5" Target="../media/image24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jpeg" Type="http://schemas.openxmlformats.org/officeDocument/2006/relationships/image"/><Relationship Id="rId11" Target="../media/image54.jpeg" Type="http://schemas.openxmlformats.org/officeDocument/2006/relationships/image"/><Relationship Id="rId12" Target="../media/image55.jpeg" Type="http://schemas.openxmlformats.org/officeDocument/2006/relationships/image"/><Relationship Id="rId13" Target="../media/image56.jpeg" Type="http://schemas.openxmlformats.org/officeDocument/2006/relationships/image"/><Relationship Id="rId14" Target="../media/image57.png" Type="http://schemas.openxmlformats.org/officeDocument/2006/relationships/image"/><Relationship Id="rId2" Target="../media/image47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51.jpeg" Type="http://schemas.openxmlformats.org/officeDocument/2006/relationships/image"/><Relationship Id="rId9" Target="../media/image52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58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png" Type="http://schemas.openxmlformats.org/officeDocument/2006/relationships/image"/><Relationship Id="rId4" Target="../media/image61.png" Type="http://schemas.openxmlformats.org/officeDocument/2006/relationships/image"/><Relationship Id="rId5" Target="../media/image62.jpeg" Type="http://schemas.openxmlformats.org/officeDocument/2006/relationships/image"/><Relationship Id="rId6" Target="../media/image2.png" Type="http://schemas.openxmlformats.org/officeDocument/2006/relationships/image"/><Relationship Id="rId7" Target="../media/image6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727737"/>
            <a:ext cx="18288000" cy="18288000"/>
          </a:xfrm>
          <a:custGeom>
            <a:avLst/>
            <a:gdLst/>
            <a:ahLst/>
            <a:cxnLst/>
            <a:rect r="r" b="b" t="t" l="l"/>
            <a:pathLst>
              <a:path h="18288000" w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7941" y="7476782"/>
            <a:ext cx="295275" cy="1552575"/>
          </a:xfrm>
          <a:custGeom>
            <a:avLst/>
            <a:gdLst/>
            <a:ahLst/>
            <a:cxnLst/>
            <a:rect r="r" b="b" t="t" l="l"/>
            <a:pathLst>
              <a:path h="1552575" w="295275">
                <a:moveTo>
                  <a:pt x="0" y="0"/>
                </a:moveTo>
                <a:lnTo>
                  <a:pt x="295275" y="0"/>
                </a:lnTo>
                <a:lnTo>
                  <a:pt x="295275" y="1552575"/>
                </a:lnTo>
                <a:lnTo>
                  <a:pt x="0" y="1552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4086" y="1588141"/>
            <a:ext cx="1009650" cy="1009650"/>
          </a:xfrm>
          <a:custGeom>
            <a:avLst/>
            <a:gdLst/>
            <a:ahLst/>
            <a:cxnLst/>
            <a:rect r="r" b="b" t="t" l="l"/>
            <a:pathLst>
              <a:path h="1009650" w="1009650">
                <a:moveTo>
                  <a:pt x="0" y="0"/>
                </a:moveTo>
                <a:lnTo>
                  <a:pt x="1009650" y="0"/>
                </a:lnTo>
                <a:lnTo>
                  <a:pt x="1009650" y="1009650"/>
                </a:lnTo>
                <a:lnTo>
                  <a:pt x="0" y="1009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89517" y="0"/>
            <a:ext cx="13998483" cy="10287000"/>
          </a:xfrm>
          <a:custGeom>
            <a:avLst/>
            <a:gdLst/>
            <a:ahLst/>
            <a:cxnLst/>
            <a:rect r="r" b="b" t="t" l="l"/>
            <a:pathLst>
              <a:path h="10287000" w="13998483">
                <a:moveTo>
                  <a:pt x="0" y="0"/>
                </a:moveTo>
                <a:lnTo>
                  <a:pt x="13998483" y="0"/>
                </a:lnTo>
                <a:lnTo>
                  <a:pt x="139984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9360" r="-19687" b="-2804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27699" y="4250522"/>
            <a:ext cx="14188135" cy="902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7"/>
              </a:lnSpc>
            </a:pPr>
            <a:r>
              <a:rPr lang="en-US" sz="7918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PROPUESTA</a:t>
            </a:r>
            <a:r>
              <a:rPr lang="en-US" sz="791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COMERCIAL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12275" y="4634017"/>
            <a:ext cx="9652578" cy="954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SISTEMA DE ENERGIA SOLAR FOTOVOLTAICA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49535" y="8398288"/>
            <a:ext cx="1658874" cy="31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6"/>
              </a:lnSpc>
            </a:pPr>
            <a:r>
              <a:rPr lang="en-US" sz="18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@raamonsolar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12978" y="1681324"/>
            <a:ext cx="2375221" cy="869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4986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RA-AMON</a:t>
            </a:r>
          </a:p>
          <a:p>
            <a:pPr algn="l">
              <a:lnSpc>
                <a:spcPts val="4845"/>
              </a:lnSpc>
            </a:pPr>
            <a:r>
              <a:rPr lang="en-US" sz="1938" spc="81">
                <a:solidFill>
                  <a:srgbClr val="FFBD4A"/>
                </a:solidFill>
                <a:latin typeface="Aileron"/>
                <a:ea typeface="Aileron"/>
                <a:cs typeface="Aileron"/>
                <a:sym typeface="Aileron"/>
              </a:rPr>
              <a:t>SOLAR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006972"/>
            <a:ext cx="18288000" cy="2276475"/>
          </a:xfrm>
          <a:custGeom>
            <a:avLst/>
            <a:gdLst/>
            <a:ahLst/>
            <a:cxnLst/>
            <a:rect r="r" b="b" t="t" l="l"/>
            <a:pathLst>
              <a:path h="2276475" w="18288000">
                <a:moveTo>
                  <a:pt x="0" y="0"/>
                </a:moveTo>
                <a:lnTo>
                  <a:pt x="18288000" y="0"/>
                </a:lnTo>
                <a:lnTo>
                  <a:pt x="18288000" y="2276475"/>
                </a:lnTo>
                <a:lnTo>
                  <a:pt x="0" y="2276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8179" r="0" b="-1082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8723" y="7476782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6822" y="1325642"/>
            <a:ext cx="2009775" cy="571500"/>
          </a:xfrm>
          <a:custGeom>
            <a:avLst/>
            <a:gdLst/>
            <a:ahLst/>
            <a:cxnLst/>
            <a:rect r="r" b="b" t="t" l="l"/>
            <a:pathLst>
              <a:path h="571500" w="2009775">
                <a:moveTo>
                  <a:pt x="0" y="0"/>
                </a:moveTo>
                <a:lnTo>
                  <a:pt x="2009775" y="0"/>
                </a:lnTo>
                <a:lnTo>
                  <a:pt x="20097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81545" y="1262101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7476820"/>
            <a:ext cx="18288000" cy="2810180"/>
          </a:xfrm>
          <a:custGeom>
            <a:avLst/>
            <a:gdLst/>
            <a:ahLst/>
            <a:cxnLst/>
            <a:rect r="r" b="b" t="t" l="l"/>
            <a:pathLst>
              <a:path h="2810180" w="18288000">
                <a:moveTo>
                  <a:pt x="0" y="0"/>
                </a:moveTo>
                <a:lnTo>
                  <a:pt x="18288000" y="0"/>
                </a:lnTo>
                <a:lnTo>
                  <a:pt x="18288000" y="2810180"/>
                </a:lnTo>
                <a:lnTo>
                  <a:pt x="0" y="28101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47" t="0" r="-329" b="-236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6908" y="2489891"/>
            <a:ext cx="17314665" cy="1735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01"/>
              </a:lnSpc>
            </a:pPr>
            <a:r>
              <a:rPr lang="en-US" sz="6358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ING. OMAR ORTIZ</a:t>
            </a:r>
          </a:p>
          <a:p>
            <a:pPr algn="ctr">
              <a:lnSpc>
                <a:spcPts val="4725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Agradecemos tu confianza en nosotros para desarrollar tu proyecto de energía solar.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1973" y="4530295"/>
            <a:ext cx="17424054" cy="2154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continuación te entregaremos la información más relevante sobre tu proyecto.</a:t>
            </a:r>
          </a:p>
          <a:p>
            <a:pPr algn="ctr">
              <a:lnSpc>
                <a:spcPts val="169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 requieres alguna información adicional, no dudes en contactarnos, nuestro equipo</a:t>
            </a:r>
          </a:p>
          <a:p>
            <a:pPr algn="ctr">
              <a:lnSpc>
                <a:spcPts val="7751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estará siempre dispuesto para ello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86162" y="8563928"/>
            <a:ext cx="2043532" cy="74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428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RA-AMON</a:t>
            </a:r>
          </a:p>
          <a:p>
            <a:pPr algn="l">
              <a:lnSpc>
                <a:spcPts val="4168"/>
              </a:lnSpc>
            </a:pPr>
            <a:r>
              <a:rPr lang="en-US" sz="1667" spc="70">
                <a:solidFill>
                  <a:srgbClr val="FFBD4A"/>
                </a:solidFill>
                <a:latin typeface="Aileron"/>
                <a:ea typeface="Aileron"/>
                <a:cs typeface="Aileron"/>
                <a:sym typeface="Aileron"/>
              </a:rPr>
              <a:t>SOLAR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8723" y="7476782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87995" y="5518404"/>
            <a:ext cx="208512" cy="208512"/>
          </a:xfrm>
          <a:custGeom>
            <a:avLst/>
            <a:gdLst/>
            <a:ahLst/>
            <a:cxnLst/>
            <a:rect r="r" b="b" t="t" l="l"/>
            <a:pathLst>
              <a:path h="208512" w="208512">
                <a:moveTo>
                  <a:pt x="0" y="0"/>
                </a:moveTo>
                <a:lnTo>
                  <a:pt x="208512" y="0"/>
                </a:lnTo>
                <a:lnTo>
                  <a:pt x="208512" y="208512"/>
                </a:lnTo>
                <a:lnTo>
                  <a:pt x="0" y="20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81051" y="6343621"/>
            <a:ext cx="208512" cy="208512"/>
          </a:xfrm>
          <a:custGeom>
            <a:avLst/>
            <a:gdLst/>
            <a:ahLst/>
            <a:cxnLst/>
            <a:rect r="r" b="b" t="t" l="l"/>
            <a:pathLst>
              <a:path h="208512" w="208512">
                <a:moveTo>
                  <a:pt x="0" y="0"/>
                </a:moveTo>
                <a:lnTo>
                  <a:pt x="208512" y="0"/>
                </a:lnTo>
                <a:lnTo>
                  <a:pt x="208512" y="208512"/>
                </a:lnTo>
                <a:lnTo>
                  <a:pt x="0" y="20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87995" y="2929257"/>
            <a:ext cx="208512" cy="208512"/>
          </a:xfrm>
          <a:custGeom>
            <a:avLst/>
            <a:gdLst/>
            <a:ahLst/>
            <a:cxnLst/>
            <a:rect r="r" b="b" t="t" l="l"/>
            <a:pathLst>
              <a:path h="208512" w="208512">
                <a:moveTo>
                  <a:pt x="0" y="0"/>
                </a:moveTo>
                <a:lnTo>
                  <a:pt x="208512" y="0"/>
                </a:lnTo>
                <a:lnTo>
                  <a:pt x="208512" y="208511"/>
                </a:lnTo>
                <a:lnTo>
                  <a:pt x="0" y="208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87995" y="3735167"/>
            <a:ext cx="208512" cy="208512"/>
          </a:xfrm>
          <a:custGeom>
            <a:avLst/>
            <a:gdLst/>
            <a:ahLst/>
            <a:cxnLst/>
            <a:rect r="r" b="b" t="t" l="l"/>
            <a:pathLst>
              <a:path h="208512" w="208512">
                <a:moveTo>
                  <a:pt x="0" y="0"/>
                </a:moveTo>
                <a:lnTo>
                  <a:pt x="208512" y="0"/>
                </a:lnTo>
                <a:lnTo>
                  <a:pt x="208512" y="208512"/>
                </a:lnTo>
                <a:lnTo>
                  <a:pt x="0" y="20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87995" y="4610429"/>
            <a:ext cx="208512" cy="208512"/>
          </a:xfrm>
          <a:custGeom>
            <a:avLst/>
            <a:gdLst/>
            <a:ahLst/>
            <a:cxnLst/>
            <a:rect r="r" b="b" t="t" l="l"/>
            <a:pathLst>
              <a:path h="208512" w="208512">
                <a:moveTo>
                  <a:pt x="0" y="0"/>
                </a:moveTo>
                <a:lnTo>
                  <a:pt x="208512" y="0"/>
                </a:lnTo>
                <a:lnTo>
                  <a:pt x="208512" y="208511"/>
                </a:lnTo>
                <a:lnTo>
                  <a:pt x="0" y="208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87995" y="7167096"/>
            <a:ext cx="208512" cy="208512"/>
          </a:xfrm>
          <a:custGeom>
            <a:avLst/>
            <a:gdLst/>
            <a:ahLst/>
            <a:cxnLst/>
            <a:rect r="r" b="b" t="t" l="l"/>
            <a:pathLst>
              <a:path h="208512" w="208512">
                <a:moveTo>
                  <a:pt x="0" y="0"/>
                </a:moveTo>
                <a:lnTo>
                  <a:pt x="208512" y="0"/>
                </a:lnTo>
                <a:lnTo>
                  <a:pt x="208512" y="208512"/>
                </a:lnTo>
                <a:lnTo>
                  <a:pt x="0" y="2085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99760" y="9058994"/>
            <a:ext cx="2009775" cy="571500"/>
          </a:xfrm>
          <a:custGeom>
            <a:avLst/>
            <a:gdLst/>
            <a:ahLst/>
            <a:cxnLst/>
            <a:rect r="r" b="b" t="t" l="l"/>
            <a:pathLst>
              <a:path h="571500" w="2009775">
                <a:moveTo>
                  <a:pt x="0" y="0"/>
                </a:moveTo>
                <a:lnTo>
                  <a:pt x="2009775" y="0"/>
                </a:lnTo>
                <a:lnTo>
                  <a:pt x="20097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81545" y="1262101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24224" y="5785209"/>
            <a:ext cx="3543300" cy="3543300"/>
          </a:xfrm>
          <a:custGeom>
            <a:avLst/>
            <a:gdLst/>
            <a:ahLst/>
            <a:cxnLst/>
            <a:rect r="r" b="b" t="t" l="l"/>
            <a:pathLst>
              <a:path h="3543300" w="3543300">
                <a:moveTo>
                  <a:pt x="0" y="0"/>
                </a:moveTo>
                <a:lnTo>
                  <a:pt x="3543300" y="0"/>
                </a:lnTo>
                <a:lnTo>
                  <a:pt x="3543300" y="3543300"/>
                </a:lnTo>
                <a:lnTo>
                  <a:pt x="0" y="35433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529518" y="4294946"/>
            <a:ext cx="3457575" cy="3457575"/>
          </a:xfrm>
          <a:custGeom>
            <a:avLst/>
            <a:gdLst/>
            <a:ahLst/>
            <a:cxnLst/>
            <a:rect r="r" b="b" t="t" l="l"/>
            <a:pathLst>
              <a:path h="3457575" w="3457575">
                <a:moveTo>
                  <a:pt x="0" y="0"/>
                </a:moveTo>
                <a:lnTo>
                  <a:pt x="3457576" y="0"/>
                </a:lnTo>
                <a:lnTo>
                  <a:pt x="3457576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381051" y="8015240"/>
            <a:ext cx="208531" cy="208531"/>
          </a:xfrm>
          <a:custGeom>
            <a:avLst/>
            <a:gdLst/>
            <a:ahLst/>
            <a:cxnLst/>
            <a:rect r="r" b="b" t="t" l="l"/>
            <a:pathLst>
              <a:path h="208531" w="208531">
                <a:moveTo>
                  <a:pt x="0" y="0"/>
                </a:moveTo>
                <a:lnTo>
                  <a:pt x="208531" y="0"/>
                </a:lnTo>
                <a:lnTo>
                  <a:pt x="208531" y="208531"/>
                </a:lnTo>
                <a:lnTo>
                  <a:pt x="0" y="20853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89367" y="1638471"/>
            <a:ext cx="6854276" cy="234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0"/>
              </a:lnSpc>
            </a:pPr>
            <a:r>
              <a:rPr lang="en-US" sz="7500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Que incluye </a:t>
            </a:r>
            <a:r>
              <a:rPr lang="en-US" sz="75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Mi proyecto?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3883" y="1656821"/>
            <a:ext cx="6957555" cy="316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3"/>
              </a:lnSpc>
            </a:pPr>
            <a:r>
              <a:rPr lang="en-US" sz="25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Paneles Solares AE solar TopCon 700W  Inversor SOLAX 10KW TRIFASICO</a:t>
            </a:r>
          </a:p>
          <a:p>
            <a:pPr algn="l">
              <a:lnSpc>
                <a:spcPts val="6493"/>
              </a:lnSpc>
            </a:pPr>
            <a:r>
              <a:rPr lang="en-US" sz="25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Cableado y Protecciones</a:t>
            </a:r>
          </a:p>
          <a:p>
            <a:pPr algn="l">
              <a:lnSpc>
                <a:spcPts val="6493"/>
              </a:lnSpc>
            </a:pPr>
            <a:r>
              <a:rPr lang="en-US" sz="25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Estructura metalica.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13883" y="5847459"/>
            <a:ext cx="5268716" cy="1523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3"/>
              </a:lnSpc>
            </a:pPr>
            <a:r>
              <a:rPr lang="en-US" sz="25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Medidor Bidireccional Certificación RETIE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13883" y="7496013"/>
            <a:ext cx="4216470" cy="1523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3"/>
              </a:lnSpc>
            </a:pPr>
            <a:r>
              <a:rPr lang="en-US" sz="25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Legalización ante CENS Mantenimiento por 01 año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381051" y="2053995"/>
            <a:ext cx="208512" cy="208512"/>
          </a:xfrm>
          <a:custGeom>
            <a:avLst/>
            <a:gdLst/>
            <a:ahLst/>
            <a:cxnLst/>
            <a:rect r="r" b="b" t="t" l="l"/>
            <a:pathLst>
              <a:path h="208512" w="208512">
                <a:moveTo>
                  <a:pt x="0" y="0"/>
                </a:moveTo>
                <a:lnTo>
                  <a:pt x="208512" y="0"/>
                </a:lnTo>
                <a:lnTo>
                  <a:pt x="208512" y="208512"/>
                </a:lnTo>
                <a:lnTo>
                  <a:pt x="0" y="20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713883" y="5028490"/>
            <a:ext cx="4216470" cy="704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3"/>
              </a:lnSpc>
            </a:pPr>
            <a:r>
              <a:rPr lang="en-US" sz="25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Instalación 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387995" y="8722781"/>
            <a:ext cx="208512" cy="208512"/>
          </a:xfrm>
          <a:custGeom>
            <a:avLst/>
            <a:gdLst/>
            <a:ahLst/>
            <a:cxnLst/>
            <a:rect r="r" b="b" t="t" l="l"/>
            <a:pathLst>
              <a:path h="208512" w="208512">
                <a:moveTo>
                  <a:pt x="0" y="0"/>
                </a:moveTo>
                <a:lnTo>
                  <a:pt x="208512" y="0"/>
                </a:lnTo>
                <a:lnTo>
                  <a:pt x="208512" y="208511"/>
                </a:lnTo>
                <a:lnTo>
                  <a:pt x="0" y="208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6895" y="72744"/>
            <a:ext cx="14994211" cy="10214256"/>
          </a:xfrm>
          <a:custGeom>
            <a:avLst/>
            <a:gdLst/>
            <a:ahLst/>
            <a:cxnLst/>
            <a:rect r="r" b="b" t="t" l="l"/>
            <a:pathLst>
              <a:path h="10214256" w="14994211">
                <a:moveTo>
                  <a:pt x="0" y="0"/>
                </a:moveTo>
                <a:lnTo>
                  <a:pt x="14994210" y="0"/>
                </a:lnTo>
                <a:lnTo>
                  <a:pt x="14994210" y="10214256"/>
                </a:lnTo>
                <a:lnTo>
                  <a:pt x="0" y="1021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2" t="-1412" r="-1812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543" y="-130968"/>
            <a:ext cx="15496159" cy="10330773"/>
          </a:xfrm>
          <a:custGeom>
            <a:avLst/>
            <a:gdLst/>
            <a:ahLst/>
            <a:cxnLst/>
            <a:rect r="r" b="b" t="t" l="l"/>
            <a:pathLst>
              <a:path h="10330773" w="15496159">
                <a:moveTo>
                  <a:pt x="0" y="0"/>
                </a:moveTo>
                <a:lnTo>
                  <a:pt x="15496159" y="0"/>
                </a:lnTo>
                <a:lnTo>
                  <a:pt x="15496159" y="10330773"/>
                </a:lnTo>
                <a:lnTo>
                  <a:pt x="0" y="10330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46555" y="4339483"/>
            <a:ext cx="1957477" cy="998395"/>
          </a:xfrm>
          <a:custGeom>
            <a:avLst/>
            <a:gdLst/>
            <a:ahLst/>
            <a:cxnLst/>
            <a:rect r="r" b="b" t="t" l="l"/>
            <a:pathLst>
              <a:path h="998395" w="1957477">
                <a:moveTo>
                  <a:pt x="0" y="0"/>
                </a:moveTo>
                <a:lnTo>
                  <a:pt x="1957476" y="0"/>
                </a:lnTo>
                <a:lnTo>
                  <a:pt x="1957476" y="998395"/>
                </a:lnTo>
                <a:lnTo>
                  <a:pt x="0" y="998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49" t="-82016" r="-24757" b="-7699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35066" y="4264285"/>
            <a:ext cx="2252347" cy="1148791"/>
          </a:xfrm>
          <a:custGeom>
            <a:avLst/>
            <a:gdLst/>
            <a:ahLst/>
            <a:cxnLst/>
            <a:rect r="r" b="b" t="t" l="l"/>
            <a:pathLst>
              <a:path h="1148791" w="2252347">
                <a:moveTo>
                  <a:pt x="0" y="0"/>
                </a:moveTo>
                <a:lnTo>
                  <a:pt x="2252347" y="0"/>
                </a:lnTo>
                <a:lnTo>
                  <a:pt x="2252347" y="1148791"/>
                </a:lnTo>
                <a:lnTo>
                  <a:pt x="0" y="1148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49" t="-82016" r="-24757" b="-76995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18280" y="7255935"/>
            <a:ext cx="2009775" cy="571500"/>
          </a:xfrm>
          <a:custGeom>
            <a:avLst/>
            <a:gdLst/>
            <a:ahLst/>
            <a:cxnLst/>
            <a:rect r="r" b="b" t="t" l="l"/>
            <a:pathLst>
              <a:path h="571500" w="2009775">
                <a:moveTo>
                  <a:pt x="0" y="0"/>
                </a:moveTo>
                <a:lnTo>
                  <a:pt x="2009774" y="0"/>
                </a:lnTo>
                <a:lnTo>
                  <a:pt x="2009774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44258" y="0"/>
            <a:ext cx="5534025" cy="7038975"/>
          </a:xfrm>
          <a:custGeom>
            <a:avLst/>
            <a:gdLst/>
            <a:ahLst/>
            <a:cxnLst/>
            <a:rect r="r" b="b" t="t" l="l"/>
            <a:pathLst>
              <a:path h="7038975" w="5534025">
                <a:moveTo>
                  <a:pt x="0" y="0"/>
                </a:moveTo>
                <a:lnTo>
                  <a:pt x="5534025" y="0"/>
                </a:lnTo>
                <a:lnTo>
                  <a:pt x="5534025" y="7038975"/>
                </a:lnTo>
                <a:lnTo>
                  <a:pt x="0" y="7038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005" t="0" r="-16901" b="-527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7941" y="7476782"/>
            <a:ext cx="295275" cy="1552575"/>
          </a:xfrm>
          <a:custGeom>
            <a:avLst/>
            <a:gdLst/>
            <a:ahLst/>
            <a:cxnLst/>
            <a:rect r="r" b="b" t="t" l="l"/>
            <a:pathLst>
              <a:path h="1552575" w="295275">
                <a:moveTo>
                  <a:pt x="0" y="0"/>
                </a:moveTo>
                <a:lnTo>
                  <a:pt x="295275" y="0"/>
                </a:lnTo>
                <a:lnTo>
                  <a:pt x="295275" y="1552575"/>
                </a:lnTo>
                <a:lnTo>
                  <a:pt x="0" y="1552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80755" y="0"/>
            <a:ext cx="5657850" cy="7099297"/>
          </a:xfrm>
          <a:custGeom>
            <a:avLst/>
            <a:gdLst/>
            <a:ahLst/>
            <a:cxnLst/>
            <a:rect r="r" b="b" t="t" l="l"/>
            <a:pathLst>
              <a:path h="7099297" w="5657850">
                <a:moveTo>
                  <a:pt x="0" y="0"/>
                </a:moveTo>
                <a:lnTo>
                  <a:pt x="5657850" y="0"/>
                </a:lnTo>
                <a:lnTo>
                  <a:pt x="5657850" y="7099297"/>
                </a:lnTo>
                <a:lnTo>
                  <a:pt x="0" y="70992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94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89366" y="1535144"/>
            <a:ext cx="4701530" cy="96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16"/>
              </a:lnSpc>
            </a:pPr>
            <a:r>
              <a:rPr lang="en-US" sz="5583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I</a:t>
            </a:r>
            <a:r>
              <a:rPr lang="en-US" sz="5583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nformación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44180" y="1562576"/>
            <a:ext cx="4591764" cy="886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2"/>
              </a:lnSpc>
            </a:pPr>
            <a:r>
              <a:rPr lang="en-US" sz="518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del proyecto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86712" y="8672208"/>
            <a:ext cx="2021881" cy="496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INVERSOR: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86712" y="7411517"/>
            <a:ext cx="4388368" cy="496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CANTIDAD DE PANELES: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86712" y="3444211"/>
            <a:ext cx="4423124" cy="496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COSTO DEL PROYECTO: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86712" y="4642256"/>
            <a:ext cx="4449232" cy="496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GENERACION MENSUAL: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86712" y="6025305"/>
            <a:ext cx="4470187" cy="496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CAPACIDAD INSTALADA: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86839" y="6031087"/>
            <a:ext cx="2231441" cy="49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14  </a:t>
            </a: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93407" y="8729908"/>
            <a:ext cx="5629760" cy="438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1"/>
              </a:lnSpc>
            </a:pPr>
            <a:r>
              <a:rPr lang="en-US" sz="259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SOLAX 10KW TRIFASICO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35686" y="4642256"/>
            <a:ext cx="3015198" cy="49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1680 </a:t>
            </a: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KW/MES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16914" y="3449965"/>
            <a:ext cx="2426951" cy="49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$ 43.500.000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38427" y="7402020"/>
            <a:ext cx="2209714" cy="49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20 </a:t>
            </a: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PANELES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8597" y="7476782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6483" y="3888391"/>
            <a:ext cx="7591425" cy="5191125"/>
          </a:xfrm>
          <a:custGeom>
            <a:avLst/>
            <a:gdLst/>
            <a:ahLst/>
            <a:cxnLst/>
            <a:rect r="r" b="b" t="t" l="l"/>
            <a:pathLst>
              <a:path h="5191125" w="7591425">
                <a:moveTo>
                  <a:pt x="0" y="0"/>
                </a:moveTo>
                <a:lnTo>
                  <a:pt x="7591425" y="0"/>
                </a:lnTo>
                <a:lnTo>
                  <a:pt x="7591425" y="5191125"/>
                </a:lnTo>
                <a:lnTo>
                  <a:pt x="0" y="5191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18634" y="1262139"/>
            <a:ext cx="7591425" cy="5191125"/>
          </a:xfrm>
          <a:custGeom>
            <a:avLst/>
            <a:gdLst/>
            <a:ahLst/>
            <a:cxnLst/>
            <a:rect r="r" b="b" t="t" l="l"/>
            <a:pathLst>
              <a:path h="5191125" w="7591425">
                <a:moveTo>
                  <a:pt x="0" y="0"/>
                </a:moveTo>
                <a:lnTo>
                  <a:pt x="7591425" y="0"/>
                </a:lnTo>
                <a:lnTo>
                  <a:pt x="7591425" y="5191125"/>
                </a:lnTo>
                <a:lnTo>
                  <a:pt x="0" y="5191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51670" y="1262101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82138" y="6648240"/>
            <a:ext cx="7467600" cy="2314575"/>
          </a:xfrm>
          <a:custGeom>
            <a:avLst/>
            <a:gdLst/>
            <a:ahLst/>
            <a:cxnLst/>
            <a:rect r="r" b="b" t="t" l="l"/>
            <a:pathLst>
              <a:path h="2314575" w="7467600">
                <a:moveTo>
                  <a:pt x="0" y="0"/>
                </a:moveTo>
                <a:lnTo>
                  <a:pt x="7467600" y="0"/>
                </a:lnTo>
                <a:lnTo>
                  <a:pt x="7467600" y="2314575"/>
                </a:lnTo>
                <a:lnTo>
                  <a:pt x="0" y="2314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603" r="0" b="-1466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6483" y="3432600"/>
            <a:ext cx="7677150" cy="5648325"/>
          </a:xfrm>
          <a:custGeom>
            <a:avLst/>
            <a:gdLst/>
            <a:ahLst/>
            <a:cxnLst/>
            <a:rect r="r" b="b" t="t" l="l"/>
            <a:pathLst>
              <a:path h="5648325" w="7677150">
                <a:moveTo>
                  <a:pt x="0" y="0"/>
                </a:moveTo>
                <a:lnTo>
                  <a:pt x="7677150" y="0"/>
                </a:lnTo>
                <a:lnTo>
                  <a:pt x="7677150" y="5648325"/>
                </a:lnTo>
                <a:lnTo>
                  <a:pt x="0" y="5648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89367" y="1896599"/>
            <a:ext cx="6532693" cy="153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0"/>
              </a:lnSpc>
            </a:pPr>
            <a:r>
              <a:rPr lang="en-US" sz="7500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Condiciones</a:t>
            </a:r>
          </a:p>
          <a:p>
            <a:pPr algn="l">
              <a:lnSpc>
                <a:spcPts val="8748"/>
              </a:lnSpc>
            </a:pPr>
            <a:r>
              <a:rPr lang="en-US" sz="3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Del proyecto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84610" y="4784484"/>
            <a:ext cx="4278601" cy="604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b="true" sz="3499">
                <a:solidFill>
                  <a:srgbClr val="FFCD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Tiempo de entrega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26761" y="2158241"/>
            <a:ext cx="2178072" cy="604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b="true" sz="3499">
                <a:solidFill>
                  <a:srgbClr val="FFCD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Garantias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01070" y="5596861"/>
            <a:ext cx="6988626" cy="2511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 ESTIMA UN TIEMPO TOTAL PARA LA INSTALACION TECNICA DEL PROYECTO DE 15 SEMANAS, TIEMPO QUE USUALMENTE TOMA LA LEGALIZACION DEL PROYECTO ANTE EL OPERADOR DE RED, ACUERDO DISPONIBILIDAD.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56356" y="3334522"/>
            <a:ext cx="6988578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PANELES: GARANTÍA DE 30 AÑOS POR POTENCIA Y 15 AÑOS POR DEFECTOS DE FÁBRICA.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56356" y="4948542"/>
            <a:ext cx="6988578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NVERSOR: GARANTÍA DE 10 AÑOS.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8597" y="7476782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6483" y="3888391"/>
            <a:ext cx="7591425" cy="5191125"/>
          </a:xfrm>
          <a:custGeom>
            <a:avLst/>
            <a:gdLst/>
            <a:ahLst/>
            <a:cxnLst/>
            <a:rect r="r" b="b" t="t" l="l"/>
            <a:pathLst>
              <a:path h="5191125" w="7591425">
                <a:moveTo>
                  <a:pt x="0" y="0"/>
                </a:moveTo>
                <a:lnTo>
                  <a:pt x="7591425" y="0"/>
                </a:lnTo>
                <a:lnTo>
                  <a:pt x="7591425" y="5191125"/>
                </a:lnTo>
                <a:lnTo>
                  <a:pt x="0" y="5191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18634" y="1262139"/>
            <a:ext cx="7591425" cy="5191125"/>
          </a:xfrm>
          <a:custGeom>
            <a:avLst/>
            <a:gdLst/>
            <a:ahLst/>
            <a:cxnLst/>
            <a:rect r="r" b="b" t="t" l="l"/>
            <a:pathLst>
              <a:path h="5191125" w="7591425">
                <a:moveTo>
                  <a:pt x="0" y="0"/>
                </a:moveTo>
                <a:lnTo>
                  <a:pt x="7591425" y="0"/>
                </a:lnTo>
                <a:lnTo>
                  <a:pt x="7591425" y="5191125"/>
                </a:lnTo>
                <a:lnTo>
                  <a:pt x="0" y="5191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51670" y="1262101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82138" y="6648240"/>
            <a:ext cx="7467600" cy="2314575"/>
          </a:xfrm>
          <a:custGeom>
            <a:avLst/>
            <a:gdLst/>
            <a:ahLst/>
            <a:cxnLst/>
            <a:rect r="r" b="b" t="t" l="l"/>
            <a:pathLst>
              <a:path h="2314575" w="7467600">
                <a:moveTo>
                  <a:pt x="0" y="0"/>
                </a:moveTo>
                <a:lnTo>
                  <a:pt x="7467600" y="0"/>
                </a:lnTo>
                <a:lnTo>
                  <a:pt x="7467600" y="2314575"/>
                </a:lnTo>
                <a:lnTo>
                  <a:pt x="0" y="2314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603" r="0" b="-1466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6483" y="3432600"/>
            <a:ext cx="7677150" cy="5648325"/>
          </a:xfrm>
          <a:custGeom>
            <a:avLst/>
            <a:gdLst/>
            <a:ahLst/>
            <a:cxnLst/>
            <a:rect r="r" b="b" t="t" l="l"/>
            <a:pathLst>
              <a:path h="5648325" w="7677150">
                <a:moveTo>
                  <a:pt x="0" y="0"/>
                </a:moveTo>
                <a:lnTo>
                  <a:pt x="7677150" y="0"/>
                </a:lnTo>
                <a:lnTo>
                  <a:pt x="7677150" y="5648325"/>
                </a:lnTo>
                <a:lnTo>
                  <a:pt x="0" y="5648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20792" y="1423178"/>
            <a:ext cx="1012441" cy="1051941"/>
          </a:xfrm>
          <a:custGeom>
            <a:avLst/>
            <a:gdLst/>
            <a:ahLst/>
            <a:cxnLst/>
            <a:rect r="r" b="b" t="t" l="l"/>
            <a:pathLst>
              <a:path h="1051941" w="1012441">
                <a:moveTo>
                  <a:pt x="0" y="0"/>
                </a:moveTo>
                <a:lnTo>
                  <a:pt x="1012441" y="0"/>
                </a:lnTo>
                <a:lnTo>
                  <a:pt x="1012441" y="1051941"/>
                </a:lnTo>
                <a:lnTo>
                  <a:pt x="0" y="1051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89367" y="1896599"/>
            <a:ext cx="6532693" cy="153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0"/>
              </a:lnSpc>
            </a:pPr>
            <a:r>
              <a:rPr lang="en-US" sz="7500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Condiciones</a:t>
            </a:r>
          </a:p>
          <a:p>
            <a:pPr algn="l">
              <a:lnSpc>
                <a:spcPts val="8748"/>
              </a:lnSpc>
            </a:pPr>
            <a:r>
              <a:rPr lang="en-US" sz="3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Del proyecto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84610" y="4784484"/>
            <a:ext cx="3656247" cy="604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b="true" sz="3499">
                <a:solidFill>
                  <a:srgbClr val="FFCD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Formas de pago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26761" y="2158241"/>
            <a:ext cx="3491246" cy="604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b="true" sz="3499">
                <a:solidFill>
                  <a:srgbClr val="FFCD0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Valor agregado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71040" y="2843012"/>
            <a:ext cx="6244495" cy="109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318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01 AÑO DE MANTENIMIENTO DEL SISTEMA FOTOVOLTAICO.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71040" y="4185266"/>
            <a:ext cx="4174265" cy="888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5"/>
              </a:lnSpc>
            </a:pPr>
            <a:r>
              <a:rPr lang="en-US" sz="318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ACOMPAÑAMIENTO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66615" y="4185266"/>
            <a:ext cx="2466356" cy="1441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955"/>
              </a:lnSpc>
            </a:pPr>
            <a:r>
              <a:rPr lang="en-US" sz="318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PARA</a:t>
            </a:r>
          </a:p>
          <a:p>
            <a:pPr algn="r">
              <a:lnSpc>
                <a:spcPts val="1591"/>
              </a:lnSpc>
            </a:pPr>
            <a:r>
              <a:rPr lang="en-US" sz="318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BENEFICIOS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71040" y="5347316"/>
            <a:ext cx="1926403" cy="27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1"/>
              </a:lnSpc>
            </a:pPr>
            <a:r>
              <a:rPr lang="en-US" sz="318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TRÁMITE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84223" y="5347316"/>
            <a:ext cx="670998" cy="27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1"/>
              </a:lnSpc>
            </a:pPr>
            <a:r>
              <a:rPr lang="en-US" sz="318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71040" y="5366366"/>
            <a:ext cx="5982367" cy="812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9"/>
              </a:lnSpc>
            </a:pPr>
            <a:r>
              <a:rPr lang="en-US" sz="318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TRIBUTARIOS ANTE LA UPME.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97147" y="5877420"/>
            <a:ext cx="6658212" cy="2615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2"/>
              </a:lnSpc>
            </a:pPr>
            <a:r>
              <a:rPr lang="en-US" sz="382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40</a:t>
            </a:r>
            <a:r>
              <a:rPr lang="en-US" sz="382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% INICIO DEL PROYECTO 40% ENTREGA DE EQUIPOS 10% OBRA FINALIZADA </a:t>
            </a:r>
          </a:p>
          <a:p>
            <a:pPr algn="l">
              <a:lnSpc>
                <a:spcPts val="5282"/>
              </a:lnSpc>
            </a:pPr>
            <a:r>
              <a:rPr lang="en-US" sz="382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10% PUESTA EN MARCHA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35351" y="102758"/>
            <a:ext cx="11136275" cy="10081484"/>
          </a:xfrm>
          <a:custGeom>
            <a:avLst/>
            <a:gdLst/>
            <a:ahLst/>
            <a:cxnLst/>
            <a:rect r="r" b="b" t="t" l="l"/>
            <a:pathLst>
              <a:path h="10081484" w="11136275">
                <a:moveTo>
                  <a:pt x="0" y="0"/>
                </a:moveTo>
                <a:lnTo>
                  <a:pt x="11136275" y="0"/>
                </a:lnTo>
                <a:lnTo>
                  <a:pt x="11136275" y="10081484"/>
                </a:lnTo>
                <a:lnTo>
                  <a:pt x="0" y="100814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37348" b="-7478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2592" y="2356678"/>
            <a:ext cx="6099296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Analisis</a:t>
            </a:r>
            <a:r>
              <a:rPr lang="en-US" sz="75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Financiero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17296" y="5804641"/>
            <a:ext cx="3487786" cy="3453659"/>
          </a:xfrm>
          <a:custGeom>
            <a:avLst/>
            <a:gdLst/>
            <a:ahLst/>
            <a:cxnLst/>
            <a:rect r="r" b="b" t="t" l="l"/>
            <a:pathLst>
              <a:path h="3453659" w="3487786">
                <a:moveTo>
                  <a:pt x="0" y="0"/>
                </a:moveTo>
                <a:lnTo>
                  <a:pt x="3487786" y="0"/>
                </a:lnTo>
                <a:lnTo>
                  <a:pt x="3487786" y="3453659"/>
                </a:lnTo>
                <a:lnTo>
                  <a:pt x="0" y="3453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170" t="0" r="-3636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61505" y="454304"/>
            <a:ext cx="2794912" cy="1645647"/>
          </a:xfrm>
          <a:custGeom>
            <a:avLst/>
            <a:gdLst/>
            <a:ahLst/>
            <a:cxnLst/>
            <a:rect r="r" b="b" t="t" l="l"/>
            <a:pathLst>
              <a:path h="1645647" w="2794912">
                <a:moveTo>
                  <a:pt x="0" y="0"/>
                </a:moveTo>
                <a:lnTo>
                  <a:pt x="2794912" y="0"/>
                </a:lnTo>
                <a:lnTo>
                  <a:pt x="2794912" y="1645647"/>
                </a:lnTo>
                <a:lnTo>
                  <a:pt x="0" y="1645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484" t="-82016" r="-44022" b="-76995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69256" y="215019"/>
            <a:ext cx="15318744" cy="9856963"/>
          </a:xfrm>
          <a:custGeom>
            <a:avLst/>
            <a:gdLst/>
            <a:ahLst/>
            <a:cxnLst/>
            <a:rect r="r" b="b" t="t" l="l"/>
            <a:pathLst>
              <a:path h="9856963" w="15318744">
                <a:moveTo>
                  <a:pt x="0" y="0"/>
                </a:moveTo>
                <a:lnTo>
                  <a:pt x="15318744" y="0"/>
                </a:lnTo>
                <a:lnTo>
                  <a:pt x="15318744" y="9856962"/>
                </a:lnTo>
                <a:lnTo>
                  <a:pt x="0" y="985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671" t="0" r="0" b="-768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209" y="3769120"/>
            <a:ext cx="2838047" cy="1228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5"/>
              </a:lnSpc>
            </a:pPr>
            <a:r>
              <a:rPr lang="en-US" sz="3489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Analisis</a:t>
            </a:r>
            <a:r>
              <a:rPr lang="en-US" sz="348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Financiero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7346798"/>
            <a:ext cx="2969256" cy="2940202"/>
          </a:xfrm>
          <a:custGeom>
            <a:avLst/>
            <a:gdLst/>
            <a:ahLst/>
            <a:cxnLst/>
            <a:rect r="r" b="b" t="t" l="l"/>
            <a:pathLst>
              <a:path h="2940202" w="2969256">
                <a:moveTo>
                  <a:pt x="0" y="0"/>
                </a:moveTo>
                <a:lnTo>
                  <a:pt x="2969256" y="0"/>
                </a:lnTo>
                <a:lnTo>
                  <a:pt x="2969256" y="2940202"/>
                </a:lnTo>
                <a:lnTo>
                  <a:pt x="0" y="2940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170" t="0" r="-3636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07596" y="577614"/>
            <a:ext cx="3516064" cy="1630738"/>
          </a:xfrm>
          <a:custGeom>
            <a:avLst/>
            <a:gdLst/>
            <a:ahLst/>
            <a:cxnLst/>
            <a:rect r="r" b="b" t="t" l="l"/>
            <a:pathLst>
              <a:path h="1630738" w="3516064">
                <a:moveTo>
                  <a:pt x="0" y="0"/>
                </a:moveTo>
                <a:lnTo>
                  <a:pt x="3516064" y="0"/>
                </a:lnTo>
                <a:lnTo>
                  <a:pt x="3516064" y="1630738"/>
                </a:lnTo>
                <a:lnTo>
                  <a:pt x="0" y="16307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484" t="-115220" r="-44022" b="-113601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652847"/>
            <a:ext cx="3701847" cy="3665625"/>
          </a:xfrm>
          <a:custGeom>
            <a:avLst/>
            <a:gdLst/>
            <a:ahLst/>
            <a:cxnLst/>
            <a:rect r="r" b="b" t="t" l="l"/>
            <a:pathLst>
              <a:path h="3665625" w="3701847">
                <a:moveTo>
                  <a:pt x="0" y="0"/>
                </a:moveTo>
                <a:lnTo>
                  <a:pt x="3701847" y="0"/>
                </a:lnTo>
                <a:lnTo>
                  <a:pt x="3701847" y="3665626"/>
                </a:lnTo>
                <a:lnTo>
                  <a:pt x="0" y="3665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170" t="0" r="-3636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01847" y="1556013"/>
            <a:ext cx="14459780" cy="8045688"/>
          </a:xfrm>
          <a:custGeom>
            <a:avLst/>
            <a:gdLst/>
            <a:ahLst/>
            <a:cxnLst/>
            <a:rect r="r" b="b" t="t" l="l"/>
            <a:pathLst>
              <a:path h="8045688" w="14459780">
                <a:moveTo>
                  <a:pt x="0" y="0"/>
                </a:moveTo>
                <a:lnTo>
                  <a:pt x="14459780" y="0"/>
                </a:lnTo>
                <a:lnTo>
                  <a:pt x="14459780" y="8045687"/>
                </a:lnTo>
                <a:lnTo>
                  <a:pt x="0" y="8045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6980" r="-182802" b="-4185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9648" y="679748"/>
            <a:ext cx="8230866" cy="87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7"/>
              </a:lnSpc>
            </a:pPr>
            <a:r>
              <a:rPr lang="en-US" sz="5062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Analisis</a:t>
            </a:r>
            <a:r>
              <a:rPr lang="en-US" sz="5062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Financiero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94951"/>
            <a:ext cx="18472964" cy="10876901"/>
          </a:xfrm>
          <a:custGeom>
            <a:avLst/>
            <a:gdLst/>
            <a:ahLst/>
            <a:cxnLst/>
            <a:rect r="r" b="b" t="t" l="l"/>
            <a:pathLst>
              <a:path h="10876901" w="18472964">
                <a:moveTo>
                  <a:pt x="0" y="0"/>
                </a:moveTo>
                <a:lnTo>
                  <a:pt x="18472964" y="0"/>
                </a:lnTo>
                <a:lnTo>
                  <a:pt x="18472964" y="10876902"/>
                </a:lnTo>
                <a:lnTo>
                  <a:pt x="0" y="10876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484" t="-82016" r="-44022" b="-769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6547" y="1534419"/>
            <a:ext cx="18904547" cy="8752581"/>
          </a:xfrm>
          <a:custGeom>
            <a:avLst/>
            <a:gdLst/>
            <a:ahLst/>
            <a:cxnLst/>
            <a:rect r="r" b="b" t="t" l="l"/>
            <a:pathLst>
              <a:path h="8752581" w="18904547">
                <a:moveTo>
                  <a:pt x="0" y="0"/>
                </a:moveTo>
                <a:lnTo>
                  <a:pt x="18904547" y="0"/>
                </a:lnTo>
                <a:lnTo>
                  <a:pt x="18904547" y="8752581"/>
                </a:lnTo>
                <a:lnTo>
                  <a:pt x="0" y="8752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2718" t="-224180" r="0" b="-5411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76452" y="0"/>
            <a:ext cx="4511548" cy="2656405"/>
          </a:xfrm>
          <a:custGeom>
            <a:avLst/>
            <a:gdLst/>
            <a:ahLst/>
            <a:cxnLst/>
            <a:rect r="r" b="b" t="t" l="l"/>
            <a:pathLst>
              <a:path h="2656405" w="4511548">
                <a:moveTo>
                  <a:pt x="0" y="0"/>
                </a:moveTo>
                <a:lnTo>
                  <a:pt x="4511548" y="0"/>
                </a:lnTo>
                <a:lnTo>
                  <a:pt x="4511548" y="2656405"/>
                </a:lnTo>
                <a:lnTo>
                  <a:pt x="0" y="26564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484" t="-82016" r="-44022" b="-76995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1545" y="1262101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9966" y="2871187"/>
            <a:ext cx="6648450" cy="2571750"/>
          </a:xfrm>
          <a:custGeom>
            <a:avLst/>
            <a:gdLst/>
            <a:ahLst/>
            <a:cxnLst/>
            <a:rect r="r" b="b" t="t" l="l"/>
            <a:pathLst>
              <a:path h="2571750" w="6648450">
                <a:moveTo>
                  <a:pt x="0" y="0"/>
                </a:moveTo>
                <a:lnTo>
                  <a:pt x="6648450" y="0"/>
                </a:lnTo>
                <a:lnTo>
                  <a:pt x="66484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652" t="-46394" r="-15708" b="-3730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9966" y="6096133"/>
            <a:ext cx="6648450" cy="2905125"/>
          </a:xfrm>
          <a:custGeom>
            <a:avLst/>
            <a:gdLst/>
            <a:ahLst/>
            <a:cxnLst/>
            <a:rect r="r" b="b" t="t" l="l"/>
            <a:pathLst>
              <a:path h="2905125" w="6648450">
                <a:moveTo>
                  <a:pt x="0" y="0"/>
                </a:moveTo>
                <a:lnTo>
                  <a:pt x="6648450" y="0"/>
                </a:lnTo>
                <a:lnTo>
                  <a:pt x="6648450" y="2905125"/>
                </a:lnTo>
                <a:lnTo>
                  <a:pt x="0" y="2905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174" t="-44372" r="-18358" b="-3136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08723" y="7476782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27553" y="8459724"/>
            <a:ext cx="2009775" cy="571500"/>
          </a:xfrm>
          <a:custGeom>
            <a:avLst/>
            <a:gdLst/>
            <a:ahLst/>
            <a:cxnLst/>
            <a:rect r="r" b="b" t="t" l="l"/>
            <a:pathLst>
              <a:path h="571500" w="2009775">
                <a:moveTo>
                  <a:pt x="0" y="0"/>
                </a:moveTo>
                <a:lnTo>
                  <a:pt x="2009775" y="0"/>
                </a:lnTo>
                <a:lnTo>
                  <a:pt x="20097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00950" y="3600450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25482" y="2100196"/>
            <a:ext cx="4733925" cy="1943100"/>
          </a:xfrm>
          <a:custGeom>
            <a:avLst/>
            <a:gdLst/>
            <a:ahLst/>
            <a:cxnLst/>
            <a:rect r="r" b="b" t="t" l="l"/>
            <a:pathLst>
              <a:path h="1943100" w="4733925">
                <a:moveTo>
                  <a:pt x="0" y="0"/>
                </a:moveTo>
                <a:lnTo>
                  <a:pt x="4733925" y="0"/>
                </a:lnTo>
                <a:lnTo>
                  <a:pt x="4733925" y="1943100"/>
                </a:lnTo>
                <a:lnTo>
                  <a:pt x="0" y="1943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11220" y="617934"/>
            <a:ext cx="6562449" cy="159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1"/>
              </a:lnSpc>
            </a:pPr>
            <a:r>
              <a:rPr lang="en-US" sz="5594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Que paneles usa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RA - AMON SOLAR?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01126" y="6574288"/>
            <a:ext cx="7806471" cy="263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71"/>
              </a:lnSpc>
            </a:pPr>
            <a:r>
              <a:rPr lang="en-US" sz="390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Precio</a:t>
            </a:r>
          </a:p>
          <a:p>
            <a:pPr algn="just">
              <a:lnSpc>
                <a:spcPts val="2549"/>
              </a:lnSpc>
            </a:pPr>
            <a:r>
              <a:rPr lang="en-US" sz="189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Nuestra compañía tiene algunos beneficios otorgados por nuestras relaciones y el tipo de logística que maneja, por ello, podemos trasladar a nuestros clientes paneles de calidad superior a precios iguales o inferiores que los demás que instalan paneles chinos, asegurando rápidos retornos de inversión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01126" y="1320717"/>
            <a:ext cx="7806595" cy="231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71"/>
              </a:lnSpc>
            </a:pPr>
            <a:r>
              <a:rPr lang="en-US" sz="390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Calidad</a:t>
            </a:r>
          </a:p>
          <a:p>
            <a:pPr algn="just">
              <a:lnSpc>
                <a:spcPts val="2549"/>
              </a:lnSpc>
            </a:pPr>
            <a:r>
              <a:rPr lang="en-US" sz="189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Somos lo únicos que trabajamos con paneles solares de tecnología Alemana TOPCON tipo “N”. Con mayor eficiencia y durabilidad que cualquier otro panel que se ofrece en el mercado. Además, la marca AE SOLAR cuenta con el certificado TIER 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01126" y="4214689"/>
            <a:ext cx="2056467" cy="66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1"/>
              </a:lnSpc>
            </a:pPr>
            <a:r>
              <a:rPr lang="en-US" sz="390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Garantia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20988" y="5110267"/>
            <a:ext cx="7804471" cy="967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49"/>
              </a:lnSpc>
            </a:pPr>
            <a:r>
              <a:rPr lang="en-US" sz="1898" spc="3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Los paneles TOPCON de AE SOLAR son los únicos que pueden ofrecer 30 años de garantía, ideal para proyectos de larga duración.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8723" y="7476782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27553" y="8459724"/>
            <a:ext cx="2009775" cy="571500"/>
          </a:xfrm>
          <a:custGeom>
            <a:avLst/>
            <a:gdLst/>
            <a:ahLst/>
            <a:cxnLst/>
            <a:rect r="r" b="b" t="t" l="l"/>
            <a:pathLst>
              <a:path h="571500" w="2009775">
                <a:moveTo>
                  <a:pt x="0" y="0"/>
                </a:moveTo>
                <a:lnTo>
                  <a:pt x="2009775" y="0"/>
                </a:lnTo>
                <a:lnTo>
                  <a:pt x="20097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00950" y="3600450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81545" y="1262101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1439324"/>
            <a:ext cx="7680320" cy="7306150"/>
          </a:xfrm>
          <a:custGeom>
            <a:avLst/>
            <a:gdLst/>
            <a:ahLst/>
            <a:cxnLst/>
            <a:rect r="r" b="b" t="t" l="l"/>
            <a:pathLst>
              <a:path h="7306150" w="7680320">
                <a:moveTo>
                  <a:pt x="0" y="0"/>
                </a:moveTo>
                <a:lnTo>
                  <a:pt x="7680320" y="0"/>
                </a:lnTo>
                <a:lnTo>
                  <a:pt x="7680320" y="7306150"/>
                </a:lnTo>
                <a:lnTo>
                  <a:pt x="0" y="7306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2660" r="0" b="-10280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9367" y="1174156"/>
            <a:ext cx="6562449" cy="159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1"/>
              </a:lnSpc>
            </a:pPr>
            <a:r>
              <a:rPr lang="en-US" sz="5594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Que paneles usa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RA - AMON SOLAR?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1439" y="4458557"/>
            <a:ext cx="7413812" cy="65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1"/>
              </a:lnSpc>
            </a:pPr>
            <a:r>
              <a:rPr lang="en-US" sz="390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Ficha técnica panel AE SOLAR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1545" y="1262101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8723" y="7476782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6805" y="1521236"/>
            <a:ext cx="15031933" cy="8422922"/>
          </a:xfrm>
          <a:custGeom>
            <a:avLst/>
            <a:gdLst/>
            <a:ahLst/>
            <a:cxnLst/>
            <a:rect r="r" b="b" t="t" l="l"/>
            <a:pathLst>
              <a:path h="8422922" w="15031933">
                <a:moveTo>
                  <a:pt x="0" y="0"/>
                </a:moveTo>
                <a:lnTo>
                  <a:pt x="15031933" y="0"/>
                </a:lnTo>
                <a:lnTo>
                  <a:pt x="15031933" y="8422922"/>
                </a:lnTo>
                <a:lnTo>
                  <a:pt x="0" y="84229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478" t="-24725" r="-8081" b="-1236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26805" y="558430"/>
            <a:ext cx="6562449" cy="96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1"/>
              </a:lnSpc>
            </a:pPr>
            <a:r>
              <a:rPr lang="en-US" sz="5594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AE SOLAR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1545" y="1262101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8723" y="7476782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3998" y="1378308"/>
            <a:ext cx="15277548" cy="8416554"/>
          </a:xfrm>
          <a:custGeom>
            <a:avLst/>
            <a:gdLst/>
            <a:ahLst/>
            <a:cxnLst/>
            <a:rect r="r" b="b" t="t" l="l"/>
            <a:pathLst>
              <a:path h="8416554" w="15277548">
                <a:moveTo>
                  <a:pt x="0" y="0"/>
                </a:moveTo>
                <a:lnTo>
                  <a:pt x="15277547" y="0"/>
                </a:lnTo>
                <a:lnTo>
                  <a:pt x="15277547" y="8416554"/>
                </a:lnTo>
                <a:lnTo>
                  <a:pt x="0" y="84165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395" t="-30154" r="-8692" b="-981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26805" y="558430"/>
            <a:ext cx="6562449" cy="96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1"/>
              </a:lnSpc>
            </a:pPr>
            <a:r>
              <a:rPr lang="en-US" sz="5594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AE SOLAR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1545" y="1262101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8723" y="7476782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6805" y="1521236"/>
            <a:ext cx="15002502" cy="7909581"/>
          </a:xfrm>
          <a:custGeom>
            <a:avLst/>
            <a:gdLst/>
            <a:ahLst/>
            <a:cxnLst/>
            <a:rect r="r" b="b" t="t" l="l"/>
            <a:pathLst>
              <a:path h="7909581" w="15002502">
                <a:moveTo>
                  <a:pt x="0" y="0"/>
                </a:moveTo>
                <a:lnTo>
                  <a:pt x="15002501" y="0"/>
                </a:lnTo>
                <a:lnTo>
                  <a:pt x="15002501" y="7909581"/>
                </a:lnTo>
                <a:lnTo>
                  <a:pt x="0" y="790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159" t="-38434" r="-11367" b="-1149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26805" y="558430"/>
            <a:ext cx="6562449" cy="96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1"/>
              </a:lnSpc>
            </a:pPr>
            <a:r>
              <a:rPr lang="en-US" sz="5594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AE SOLAR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1545" y="1262101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8723" y="7476782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6805" y="1407672"/>
            <a:ext cx="15002216" cy="8338863"/>
          </a:xfrm>
          <a:custGeom>
            <a:avLst/>
            <a:gdLst/>
            <a:ahLst/>
            <a:cxnLst/>
            <a:rect r="r" b="b" t="t" l="l"/>
            <a:pathLst>
              <a:path h="8338863" w="15002216">
                <a:moveTo>
                  <a:pt x="0" y="0"/>
                </a:moveTo>
                <a:lnTo>
                  <a:pt x="15002216" y="0"/>
                </a:lnTo>
                <a:lnTo>
                  <a:pt x="15002216" y="8338863"/>
                </a:lnTo>
                <a:lnTo>
                  <a:pt x="0" y="83388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202" t="-30458" r="-7799" b="-616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26805" y="558430"/>
            <a:ext cx="6562449" cy="96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1"/>
              </a:lnSpc>
            </a:pPr>
            <a:r>
              <a:rPr lang="en-US" sz="5594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AE SOLAR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8723" y="7476782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00950" y="3600450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1545" y="1262101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11763" y="2136962"/>
            <a:ext cx="12742448" cy="8500500"/>
          </a:xfrm>
          <a:custGeom>
            <a:avLst/>
            <a:gdLst/>
            <a:ahLst/>
            <a:cxnLst/>
            <a:rect r="r" b="b" t="t" l="l"/>
            <a:pathLst>
              <a:path h="8500500" w="12742448">
                <a:moveTo>
                  <a:pt x="0" y="0"/>
                </a:moveTo>
                <a:lnTo>
                  <a:pt x="12742449" y="0"/>
                </a:lnTo>
                <a:lnTo>
                  <a:pt x="12742449" y="8500500"/>
                </a:lnTo>
                <a:lnTo>
                  <a:pt x="0" y="850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32978" y="2206649"/>
            <a:ext cx="4772595" cy="1197002"/>
          </a:xfrm>
          <a:custGeom>
            <a:avLst/>
            <a:gdLst/>
            <a:ahLst/>
            <a:cxnLst/>
            <a:rect r="r" b="b" t="t" l="l"/>
            <a:pathLst>
              <a:path h="1197002" w="4772595">
                <a:moveTo>
                  <a:pt x="0" y="0"/>
                </a:moveTo>
                <a:lnTo>
                  <a:pt x="4772595" y="0"/>
                </a:lnTo>
                <a:lnTo>
                  <a:pt x="4772595" y="1197003"/>
                </a:lnTo>
                <a:lnTo>
                  <a:pt x="0" y="11970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254" t="-176808" r="0" b="-16677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9367" y="1174156"/>
            <a:ext cx="9656447" cy="96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1"/>
              </a:lnSpc>
            </a:pPr>
            <a:r>
              <a:rPr lang="en-US" sz="5594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Que inversor </a:t>
            </a:r>
            <a:r>
              <a:rPr lang="en-US" sz="559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usaremos</a:t>
            </a:r>
            <a:r>
              <a:rPr lang="en-US" sz="559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?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2475"/>
          </a:xfrm>
          <a:custGeom>
            <a:avLst/>
            <a:gdLst/>
            <a:ahLst/>
            <a:cxnLst/>
            <a:rect r="r" b="b" t="t" l="l"/>
            <a:pathLst>
              <a:path h="12182475" w="18288000">
                <a:moveTo>
                  <a:pt x="0" y="0"/>
                </a:moveTo>
                <a:lnTo>
                  <a:pt x="18288000" y="0"/>
                </a:lnTo>
                <a:lnTo>
                  <a:pt x="18288000" y="12182475"/>
                </a:lnTo>
                <a:lnTo>
                  <a:pt x="0" y="12182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8723" y="7476782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27553" y="8459724"/>
            <a:ext cx="2009775" cy="571500"/>
          </a:xfrm>
          <a:custGeom>
            <a:avLst/>
            <a:gdLst/>
            <a:ahLst/>
            <a:cxnLst/>
            <a:rect r="r" b="b" t="t" l="l"/>
            <a:pathLst>
              <a:path h="571500" w="2009775">
                <a:moveTo>
                  <a:pt x="0" y="0"/>
                </a:moveTo>
                <a:lnTo>
                  <a:pt x="2009775" y="0"/>
                </a:lnTo>
                <a:lnTo>
                  <a:pt x="20097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46196" y="4863084"/>
            <a:ext cx="3733800" cy="1533525"/>
          </a:xfrm>
          <a:custGeom>
            <a:avLst/>
            <a:gdLst/>
            <a:ahLst/>
            <a:cxnLst/>
            <a:rect r="r" b="b" t="t" l="l"/>
            <a:pathLst>
              <a:path h="1533525" w="3733800">
                <a:moveTo>
                  <a:pt x="0" y="0"/>
                </a:moveTo>
                <a:lnTo>
                  <a:pt x="3733800" y="0"/>
                </a:lnTo>
                <a:lnTo>
                  <a:pt x="3733800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08984" y="4405646"/>
            <a:ext cx="1733550" cy="1733550"/>
          </a:xfrm>
          <a:custGeom>
            <a:avLst/>
            <a:gdLst/>
            <a:ahLst/>
            <a:cxnLst/>
            <a:rect r="r" b="b" t="t" l="l"/>
            <a:pathLst>
              <a:path h="1733550" w="1733550">
                <a:moveTo>
                  <a:pt x="0" y="0"/>
                </a:moveTo>
                <a:lnTo>
                  <a:pt x="1733550" y="0"/>
                </a:lnTo>
                <a:lnTo>
                  <a:pt x="173355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53415" y="4863084"/>
            <a:ext cx="2495550" cy="1066800"/>
          </a:xfrm>
          <a:custGeom>
            <a:avLst/>
            <a:gdLst/>
            <a:ahLst/>
            <a:cxnLst/>
            <a:rect r="r" b="b" t="t" l="l"/>
            <a:pathLst>
              <a:path h="1066800" w="2495550">
                <a:moveTo>
                  <a:pt x="0" y="0"/>
                </a:moveTo>
                <a:lnTo>
                  <a:pt x="2495550" y="0"/>
                </a:lnTo>
                <a:lnTo>
                  <a:pt x="249555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58665" y="3643646"/>
            <a:ext cx="2447925" cy="1628775"/>
          </a:xfrm>
          <a:custGeom>
            <a:avLst/>
            <a:gdLst/>
            <a:ahLst/>
            <a:cxnLst/>
            <a:rect r="r" b="b" t="t" l="l"/>
            <a:pathLst>
              <a:path h="1628775" w="2447925">
                <a:moveTo>
                  <a:pt x="0" y="0"/>
                </a:moveTo>
                <a:lnTo>
                  <a:pt x="2447925" y="0"/>
                </a:lnTo>
                <a:lnTo>
                  <a:pt x="244792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57458" y="7235609"/>
            <a:ext cx="3190875" cy="866775"/>
          </a:xfrm>
          <a:custGeom>
            <a:avLst/>
            <a:gdLst/>
            <a:ahLst/>
            <a:cxnLst/>
            <a:rect r="r" b="b" t="t" l="l"/>
            <a:pathLst>
              <a:path h="866775" w="3190875">
                <a:moveTo>
                  <a:pt x="0" y="0"/>
                </a:moveTo>
                <a:lnTo>
                  <a:pt x="3190875" y="0"/>
                </a:lnTo>
                <a:lnTo>
                  <a:pt x="31908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948764" y="6646840"/>
            <a:ext cx="1457325" cy="1457325"/>
          </a:xfrm>
          <a:custGeom>
            <a:avLst/>
            <a:gdLst/>
            <a:ahLst/>
            <a:cxnLst/>
            <a:rect r="r" b="b" t="t" l="l"/>
            <a:pathLst>
              <a:path h="1457325" w="1457325">
                <a:moveTo>
                  <a:pt x="0" y="0"/>
                </a:moveTo>
                <a:lnTo>
                  <a:pt x="1457325" y="0"/>
                </a:lnTo>
                <a:lnTo>
                  <a:pt x="1457325" y="1457325"/>
                </a:lnTo>
                <a:lnTo>
                  <a:pt x="0" y="1457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208385" y="6352337"/>
            <a:ext cx="1752600" cy="1752600"/>
          </a:xfrm>
          <a:custGeom>
            <a:avLst/>
            <a:gdLst/>
            <a:ahLst/>
            <a:cxnLst/>
            <a:rect r="r" b="b" t="t" l="l"/>
            <a:pathLst>
              <a:path h="1752600" w="1752600">
                <a:moveTo>
                  <a:pt x="0" y="0"/>
                </a:moveTo>
                <a:lnTo>
                  <a:pt x="1752600" y="0"/>
                </a:lnTo>
                <a:lnTo>
                  <a:pt x="17526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791506" y="2350341"/>
            <a:ext cx="4705350" cy="1943100"/>
          </a:xfrm>
          <a:custGeom>
            <a:avLst/>
            <a:gdLst/>
            <a:ahLst/>
            <a:cxnLst/>
            <a:rect r="r" b="b" t="t" l="l"/>
            <a:pathLst>
              <a:path h="1943100" w="4705350">
                <a:moveTo>
                  <a:pt x="0" y="0"/>
                </a:moveTo>
                <a:lnTo>
                  <a:pt x="4705350" y="0"/>
                </a:lnTo>
                <a:lnTo>
                  <a:pt x="4705350" y="1943100"/>
                </a:lnTo>
                <a:lnTo>
                  <a:pt x="0" y="19431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7411" t="-158659" r="-54045" b="-156536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503704" y="6876212"/>
            <a:ext cx="2809875" cy="1228725"/>
          </a:xfrm>
          <a:custGeom>
            <a:avLst/>
            <a:gdLst/>
            <a:ahLst/>
            <a:cxnLst/>
            <a:rect r="r" b="b" t="t" l="l"/>
            <a:pathLst>
              <a:path h="1228725" w="2809875">
                <a:moveTo>
                  <a:pt x="0" y="0"/>
                </a:moveTo>
                <a:lnTo>
                  <a:pt x="2809875" y="0"/>
                </a:lnTo>
                <a:lnTo>
                  <a:pt x="2809875" y="1228725"/>
                </a:lnTo>
                <a:lnTo>
                  <a:pt x="0" y="12287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869996" y="3045228"/>
            <a:ext cx="3886200" cy="1533525"/>
          </a:xfrm>
          <a:custGeom>
            <a:avLst/>
            <a:gdLst/>
            <a:ahLst/>
            <a:cxnLst/>
            <a:rect r="r" b="b" t="t" l="l"/>
            <a:pathLst>
              <a:path h="1533525" w="3886200">
                <a:moveTo>
                  <a:pt x="0" y="0"/>
                </a:moveTo>
                <a:lnTo>
                  <a:pt x="3886200" y="0"/>
                </a:lnTo>
                <a:lnTo>
                  <a:pt x="3886200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303470" y="1001725"/>
            <a:ext cx="11392376" cy="946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1"/>
              </a:lnSpc>
            </a:pPr>
            <a:r>
              <a:rPr lang="en-US" sz="5594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Algunos de Nuestros Aliados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4052" y="7476782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01986" y="8961358"/>
            <a:ext cx="2009775" cy="571500"/>
          </a:xfrm>
          <a:custGeom>
            <a:avLst/>
            <a:gdLst/>
            <a:ahLst/>
            <a:cxnLst/>
            <a:rect r="r" b="b" t="t" l="l"/>
            <a:pathLst>
              <a:path h="571500" w="2009775">
                <a:moveTo>
                  <a:pt x="0" y="0"/>
                </a:moveTo>
                <a:lnTo>
                  <a:pt x="2009775" y="0"/>
                </a:lnTo>
                <a:lnTo>
                  <a:pt x="20097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1545" y="1262101"/>
            <a:ext cx="295275" cy="1543050"/>
          </a:xfrm>
          <a:custGeom>
            <a:avLst/>
            <a:gdLst/>
            <a:ahLst/>
            <a:cxnLst/>
            <a:rect r="r" b="b" t="t" l="l"/>
            <a:pathLst>
              <a:path h="1543050" w="295275">
                <a:moveTo>
                  <a:pt x="0" y="0"/>
                </a:moveTo>
                <a:lnTo>
                  <a:pt x="295275" y="0"/>
                </a:lnTo>
                <a:lnTo>
                  <a:pt x="295275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63401" y="2449820"/>
            <a:ext cx="9639300" cy="6806451"/>
          </a:xfrm>
          <a:custGeom>
            <a:avLst/>
            <a:gdLst/>
            <a:ahLst/>
            <a:cxnLst/>
            <a:rect r="r" b="b" t="t" l="l"/>
            <a:pathLst>
              <a:path h="6806451" w="9639300">
                <a:moveTo>
                  <a:pt x="0" y="0"/>
                </a:moveTo>
                <a:lnTo>
                  <a:pt x="9639300" y="0"/>
                </a:lnTo>
                <a:lnTo>
                  <a:pt x="9639300" y="6806451"/>
                </a:lnTo>
                <a:lnTo>
                  <a:pt x="0" y="68064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74" t="-19789" r="-1007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55686" y="1323784"/>
            <a:ext cx="5089998" cy="2345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1"/>
              </a:lnSpc>
            </a:pPr>
            <a:r>
              <a:rPr lang="en-US" sz="6799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Beneficios</a:t>
            </a:r>
          </a:p>
          <a:p>
            <a:pPr algn="l">
              <a:lnSpc>
                <a:spcPts val="9451"/>
              </a:lnSpc>
            </a:pPr>
            <a:r>
              <a:rPr lang="en-US" sz="6799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84232" y="1393679"/>
            <a:ext cx="4586173" cy="1002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2"/>
              </a:lnSpc>
            </a:pPr>
            <a:r>
              <a:rPr lang="en-US" sz="590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Tributarios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01271" y="3063745"/>
            <a:ext cx="4704750" cy="5176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1"/>
              </a:lnSpc>
            </a:pPr>
            <a:r>
              <a:rPr lang="en-US" sz="368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RA-AMON HARÁ ACOMPAÑAMIENTO EN EL TRÁMITE DE BENEFICIOS ANTE LA UPME COMO UN VALOR AGREGADO.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353786" y="3063745"/>
            <a:ext cx="1608087" cy="642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1"/>
              </a:lnSpc>
            </a:pPr>
            <a:r>
              <a:rPr lang="en-US" sz="368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SOLAR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12812" y="4337980"/>
            <a:ext cx="6886575" cy="1609725"/>
          </a:xfrm>
          <a:custGeom>
            <a:avLst/>
            <a:gdLst/>
            <a:ahLst/>
            <a:cxnLst/>
            <a:rect r="r" b="b" t="t" l="l"/>
            <a:pathLst>
              <a:path h="1609725" w="6886575">
                <a:moveTo>
                  <a:pt x="0" y="0"/>
                </a:moveTo>
                <a:lnTo>
                  <a:pt x="6886575" y="0"/>
                </a:lnTo>
                <a:lnTo>
                  <a:pt x="6886575" y="1609725"/>
                </a:lnTo>
                <a:lnTo>
                  <a:pt x="0" y="1609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12812" y="2504370"/>
            <a:ext cx="6886575" cy="1609725"/>
          </a:xfrm>
          <a:custGeom>
            <a:avLst/>
            <a:gdLst/>
            <a:ahLst/>
            <a:cxnLst/>
            <a:rect r="r" b="b" t="t" l="l"/>
            <a:pathLst>
              <a:path h="1609725" w="6886575">
                <a:moveTo>
                  <a:pt x="0" y="0"/>
                </a:moveTo>
                <a:lnTo>
                  <a:pt x="6886575" y="0"/>
                </a:lnTo>
                <a:lnTo>
                  <a:pt x="6886575" y="1609725"/>
                </a:lnTo>
                <a:lnTo>
                  <a:pt x="0" y="16097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12812" y="6171581"/>
            <a:ext cx="6886575" cy="1609725"/>
          </a:xfrm>
          <a:custGeom>
            <a:avLst/>
            <a:gdLst/>
            <a:ahLst/>
            <a:cxnLst/>
            <a:rect r="r" b="b" t="t" l="l"/>
            <a:pathLst>
              <a:path h="1609725" w="6886575">
                <a:moveTo>
                  <a:pt x="0" y="0"/>
                </a:moveTo>
                <a:lnTo>
                  <a:pt x="6886575" y="0"/>
                </a:lnTo>
                <a:lnTo>
                  <a:pt x="6886575" y="1609725"/>
                </a:lnTo>
                <a:lnTo>
                  <a:pt x="0" y="16097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89367" y="4401474"/>
            <a:ext cx="6276975" cy="5885526"/>
          </a:xfrm>
          <a:custGeom>
            <a:avLst/>
            <a:gdLst/>
            <a:ahLst/>
            <a:cxnLst/>
            <a:rect r="r" b="b" t="t" l="l"/>
            <a:pathLst>
              <a:path h="5885526" w="6276975">
                <a:moveTo>
                  <a:pt x="0" y="0"/>
                </a:moveTo>
                <a:lnTo>
                  <a:pt x="6276975" y="0"/>
                </a:lnTo>
                <a:lnTo>
                  <a:pt x="6276975" y="5885526"/>
                </a:lnTo>
                <a:lnTo>
                  <a:pt x="0" y="58855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850" t="0" r="-28949" b="-503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7941" y="7476782"/>
            <a:ext cx="295275" cy="1552575"/>
          </a:xfrm>
          <a:custGeom>
            <a:avLst/>
            <a:gdLst/>
            <a:ahLst/>
            <a:cxnLst/>
            <a:rect r="r" b="b" t="t" l="l"/>
            <a:pathLst>
              <a:path h="1552575" w="295275">
                <a:moveTo>
                  <a:pt x="0" y="0"/>
                </a:moveTo>
                <a:lnTo>
                  <a:pt x="295275" y="0"/>
                </a:lnTo>
                <a:lnTo>
                  <a:pt x="295275" y="1552575"/>
                </a:lnTo>
                <a:lnTo>
                  <a:pt x="0" y="1552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773351" y="8462086"/>
            <a:ext cx="2133600" cy="695325"/>
          </a:xfrm>
          <a:custGeom>
            <a:avLst/>
            <a:gdLst/>
            <a:ahLst/>
            <a:cxnLst/>
            <a:rect r="r" b="b" t="t" l="l"/>
            <a:pathLst>
              <a:path h="695325" w="2133600">
                <a:moveTo>
                  <a:pt x="0" y="0"/>
                </a:moveTo>
                <a:lnTo>
                  <a:pt x="2133600" y="0"/>
                </a:lnTo>
                <a:lnTo>
                  <a:pt x="2133600" y="695325"/>
                </a:lnTo>
                <a:lnTo>
                  <a:pt x="0" y="695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80764" y="1262101"/>
            <a:ext cx="295275" cy="1552575"/>
          </a:xfrm>
          <a:custGeom>
            <a:avLst/>
            <a:gdLst/>
            <a:ahLst/>
            <a:cxnLst/>
            <a:rect r="r" b="b" t="t" l="l"/>
            <a:pathLst>
              <a:path h="1552575" w="295275">
                <a:moveTo>
                  <a:pt x="0" y="0"/>
                </a:moveTo>
                <a:lnTo>
                  <a:pt x="295275" y="0"/>
                </a:lnTo>
                <a:lnTo>
                  <a:pt x="295275" y="1552575"/>
                </a:lnTo>
                <a:lnTo>
                  <a:pt x="0" y="1552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480262" y="5203612"/>
            <a:ext cx="4865751" cy="53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</a:pPr>
            <a:r>
              <a:rPr lang="en-US" sz="310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raamonsolar@gmail.com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80262" y="3411360"/>
            <a:ext cx="5507441" cy="53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</a:pPr>
            <a:r>
              <a:rPr lang="en-US" sz="310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3128370064 - 3224235739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80262" y="7032222"/>
            <a:ext cx="5249742" cy="53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</a:pPr>
            <a:r>
              <a:rPr lang="en-US" sz="310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Calle 6BN # 3E-119 ceiba II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80262" y="4509735"/>
            <a:ext cx="1488767" cy="69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6"/>
              </a:lnSpc>
            </a:pPr>
            <a:r>
              <a:rPr lang="en-US" sz="39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Email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80262" y="6255268"/>
            <a:ext cx="2380364" cy="69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6"/>
              </a:lnSpc>
            </a:pPr>
            <a:r>
              <a:rPr lang="en-US" sz="39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Direccion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80262" y="2608907"/>
            <a:ext cx="2583351" cy="69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6"/>
              </a:lnSpc>
            </a:pPr>
            <a:r>
              <a:rPr lang="en-US" sz="39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Whatsapp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89367" y="2536498"/>
            <a:ext cx="5827033" cy="114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Para cualquier informacion adicional, contactenos.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89367" y="1291352"/>
            <a:ext cx="10959198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FFCD02"/>
                </a:solidFill>
                <a:latin typeface="Archivo Black"/>
                <a:ea typeface="Archivo Black"/>
                <a:cs typeface="Archivo Black"/>
                <a:sym typeface="Archivo Black"/>
              </a:rPr>
              <a:t>Canales </a:t>
            </a:r>
            <a:r>
              <a:rPr lang="en-US" sz="75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de contacto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DAHKn5uZDL8</dc:identifier>
  <dcterms:modified xsi:type="dcterms:W3CDTF">2011-08-01T06:04:30Z</dcterms:modified>
  <cp:revision>1</cp:revision>
  <dc:title>PROPUESTA  CARNICOS NOKUA</dc:title>
</cp:coreProperties>
</file>